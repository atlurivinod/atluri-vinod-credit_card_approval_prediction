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62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8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1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5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15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8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1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7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6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6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95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49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1734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05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56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01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98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8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313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308919"/>
            <a:ext cx="6620968" cy="3120081"/>
          </a:xfrm>
        </p:spPr>
        <p:txBody>
          <a:bodyPr/>
          <a:lstStyle/>
          <a:p>
            <a:r>
              <a:rPr dirty="0"/>
              <a:t>Credit Card Approval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3842951"/>
            <a:ext cx="6620968" cy="224893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Team:</a:t>
            </a:r>
            <a:endParaRPr lang="en-IN" dirty="0"/>
          </a:p>
          <a:p>
            <a:r>
              <a:rPr dirty="0">
                <a:solidFill>
                  <a:schemeClr val="bg1"/>
                </a:solidFill>
                <a:highlight>
                  <a:srgbClr val="00FFFF"/>
                </a:highlight>
              </a:rPr>
              <a:t>Atluri Vinod</a:t>
            </a:r>
          </a:p>
          <a:p>
            <a:r>
              <a:rPr dirty="0" err="1">
                <a:solidFill>
                  <a:schemeClr val="bg1"/>
                </a:solidFill>
                <a:highlight>
                  <a:srgbClr val="00FFFF"/>
                </a:highlight>
              </a:rPr>
              <a:t>Rushyanthi</a:t>
            </a:r>
            <a:r>
              <a:rPr dirty="0">
                <a:solidFill>
                  <a:schemeClr val="bg1"/>
                </a:solidFill>
                <a:highlight>
                  <a:srgbClr val="00FFFF"/>
                </a:highlight>
              </a:rPr>
              <a:t> </a:t>
            </a:r>
            <a:r>
              <a:rPr dirty="0" err="1">
                <a:solidFill>
                  <a:schemeClr val="bg1"/>
                </a:solidFill>
                <a:highlight>
                  <a:srgbClr val="00FFFF"/>
                </a:highlight>
              </a:rPr>
              <a:t>Vullangula</a:t>
            </a:r>
            <a:endParaRPr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r>
              <a:rPr dirty="0" err="1">
                <a:solidFill>
                  <a:schemeClr val="bg1"/>
                </a:solidFill>
                <a:highlight>
                  <a:srgbClr val="00FFFF"/>
                </a:highlight>
              </a:rPr>
              <a:t>Sattenapalli</a:t>
            </a:r>
            <a:r>
              <a:rPr dirty="0">
                <a:solidFill>
                  <a:schemeClr val="bg1"/>
                </a:solidFill>
                <a:highlight>
                  <a:srgbClr val="00FFFF"/>
                </a:highlight>
              </a:rPr>
              <a:t> Sai Sree</a:t>
            </a:r>
          </a:p>
          <a:p>
            <a:r>
              <a:rPr dirty="0">
                <a:solidFill>
                  <a:schemeClr val="bg1"/>
                </a:solidFill>
                <a:highlight>
                  <a:srgbClr val="00FFFF"/>
                </a:highlight>
              </a:rPr>
              <a:t>Thota Dharani</a:t>
            </a:r>
          </a:p>
          <a:p>
            <a:r>
              <a:rPr dirty="0">
                <a:solidFill>
                  <a:schemeClr val="bg1"/>
                </a:solidFill>
                <a:highlight>
                  <a:srgbClr val="00FFFF"/>
                </a:highlight>
              </a:rPr>
              <a:t>Sana </a:t>
            </a:r>
            <a:r>
              <a:rPr dirty="0" err="1">
                <a:solidFill>
                  <a:schemeClr val="bg1"/>
                </a:solidFill>
                <a:highlight>
                  <a:srgbClr val="00FFFF"/>
                </a:highlight>
              </a:rPr>
              <a:t>Yedukondalu</a:t>
            </a:r>
            <a:endParaRPr dirty="0">
              <a:solidFill>
                <a:schemeClr val="bg1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600" dirty="0"/>
              <a:t>Machine learning system to predict credit card approval using applicant information.</a:t>
            </a:r>
            <a:endParaRPr lang="en-IN" sz="2600" dirty="0"/>
          </a:p>
          <a:p>
            <a:r>
              <a:rPr lang="en-IN" sz="2600" dirty="0"/>
              <a:t> Credit cards are widely used for financial transactions. Banks receive a large number of applications every day. Manually reviewing each application is time-consuming and may lead to inconsistent decisions.</a:t>
            </a:r>
          </a:p>
          <a:p>
            <a:r>
              <a:rPr lang="en-IN" sz="2600" dirty="0"/>
              <a:t>This project uses Machine Learning to automatically predict whether a credit card application should be approved or rejected based on applicant information.</a:t>
            </a:r>
          </a:p>
          <a:p>
            <a:pPr>
              <a:defRPr sz="2200"/>
            </a:pPr>
            <a:endParaRPr lang="en-IN" dirty="0"/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dirty="0"/>
              <a:t>• Manual approval is slow</a:t>
            </a:r>
            <a:br>
              <a:rPr dirty="0"/>
            </a:br>
            <a:r>
              <a:rPr dirty="0"/>
              <a:t>• Human errors</a:t>
            </a:r>
            <a:br>
              <a:rPr dirty="0"/>
            </a:br>
            <a:r>
              <a:rPr dirty="0"/>
              <a:t>• Need faster, consistent decisions</a:t>
            </a:r>
            <a:endParaRPr lang="en-IN" dirty="0"/>
          </a:p>
          <a:p>
            <a:pPr>
              <a:defRPr sz="2200"/>
            </a:pPr>
            <a:r>
              <a:rPr lang="en-IN" dirty="0"/>
              <a:t>Manual approval process is slow.</a:t>
            </a:r>
          </a:p>
          <a:p>
            <a:pPr>
              <a:defRPr sz="2200"/>
            </a:pPr>
            <a:r>
              <a:rPr lang="en-IN" dirty="0"/>
              <a:t> Human errors may occur. </a:t>
            </a:r>
          </a:p>
          <a:p>
            <a:pPr>
              <a:defRPr sz="2200"/>
            </a:pPr>
            <a:r>
              <a:rPr lang="en-IN" dirty="0"/>
              <a:t>Large number of applications.</a:t>
            </a:r>
          </a:p>
          <a:p>
            <a:pPr>
              <a:defRPr sz="2200"/>
            </a:pPr>
            <a:r>
              <a:rPr lang="en-IN" dirty="0"/>
              <a:t> Risk of approving ineligible applicants. </a:t>
            </a:r>
          </a:p>
          <a:p>
            <a:pPr>
              <a:defRPr sz="2200"/>
            </a:pPr>
            <a:r>
              <a:rPr lang="en-IN" dirty="0"/>
              <a:t>Time-consuming verification process.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 </a:t>
            </a:r>
            <a:r>
              <a:rPr lang="en-IN" dirty="0"/>
              <a:t>   </a:t>
            </a:r>
            <a:r>
              <a:rPr sz="2800" dirty="0"/>
              <a:t>Predict approval</a:t>
            </a:r>
            <a:br>
              <a:rPr sz="2800" dirty="0"/>
            </a:br>
            <a:r>
              <a:rPr sz="2800" dirty="0"/>
              <a:t> </a:t>
            </a:r>
            <a:r>
              <a:rPr lang="en-IN" sz="2800" dirty="0"/>
              <a:t>    </a:t>
            </a:r>
            <a:r>
              <a:rPr sz="2800" dirty="0"/>
              <a:t>Reduce manual work</a:t>
            </a:r>
            <a:br>
              <a:rPr sz="2800" dirty="0"/>
            </a:br>
            <a:r>
              <a:rPr sz="2800" dirty="0"/>
              <a:t> </a:t>
            </a:r>
            <a:r>
              <a:rPr lang="en-IN" sz="2800" dirty="0"/>
              <a:t>    </a:t>
            </a:r>
            <a:r>
              <a:rPr sz="2800" dirty="0"/>
              <a:t>Improve accuracy</a:t>
            </a:r>
            <a:r>
              <a:rPr lang="en-IN" sz="2800" dirty="0"/>
              <a:t>Automate the approval process. </a:t>
            </a:r>
          </a:p>
          <a:p>
            <a:pPr marL="0" indent="0">
              <a:buNone/>
            </a:pPr>
            <a:r>
              <a:rPr lang="en-IN" sz="2800" dirty="0"/>
              <a:t>     Predict approval status accurately. </a:t>
            </a:r>
          </a:p>
          <a:p>
            <a:pPr marL="0" indent="0">
              <a:buNone/>
            </a:pPr>
            <a:r>
              <a:rPr lang="en-IN" sz="2800" dirty="0"/>
              <a:t>     Reduce manual effort. </a:t>
            </a:r>
          </a:p>
          <a:p>
            <a:pPr marL="0" indent="0">
              <a:buNone/>
            </a:pPr>
            <a:r>
              <a:rPr lang="en-IN" sz="2800" dirty="0"/>
              <a:t>     Improve decision-making. </a:t>
            </a:r>
          </a:p>
          <a:p>
            <a:pPr marL="0" indent="0">
              <a:buNone/>
            </a:pPr>
            <a:r>
              <a:rPr lang="en-IN" sz="2800" dirty="0"/>
              <a:t>     Provide faster results. 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  <a:br/>
            <a:r>
              <a:t>Flask</a:t>
            </a:r>
            <a:br/>
            <a:r>
              <a:t>HTML/CSS</a:t>
            </a:r>
            <a:br/>
            <a:r>
              <a:t>Pandas</a:t>
            </a:r>
            <a:br/>
            <a:r>
              <a:t>Scikit-learn</a:t>
            </a:r>
            <a:br/>
            <a:r>
              <a:t>XGBoost</a:t>
            </a:r>
            <a:br/>
            <a:r>
              <a:t>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Dataset → Preprocessing → Model Training → Prediction → Flask Web App</a:t>
            </a:r>
            <a:endParaRPr lang="en-IN" dirty="0"/>
          </a:p>
          <a:p>
            <a:pPr>
              <a:defRPr sz="2200"/>
            </a:pPr>
            <a:endParaRPr dirty="0"/>
          </a:p>
        </p:txBody>
      </p:sp>
      <p:pic>
        <p:nvPicPr>
          <p:cNvPr id="4" name="Picture 3" descr="Division of credit card fraud dataset Preprocessing On the dataset,... | Download Scientific Diagram">
            <a:extLst>
              <a:ext uri="{FF2B5EF4-FFF2-40B4-BE49-F238E27FC236}">
                <a16:creationId xmlns:a16="http://schemas.microsoft.com/office/drawing/2014/main" id="{FBFA0E8D-C9DA-B500-705E-16CBF1C95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7" y="2891481"/>
            <a:ext cx="5315266" cy="24663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User → Web App → Flask → ML Model → Prediction Result</a:t>
            </a:r>
            <a:endParaRPr lang="en-IN" dirty="0"/>
          </a:p>
          <a:p>
            <a:pPr>
              <a:defRPr sz="2200"/>
            </a:pPr>
            <a:endParaRPr dirty="0"/>
          </a:p>
        </p:txBody>
      </p:sp>
      <p:pic>
        <p:nvPicPr>
          <p:cNvPr id="4" name="Picture 3" descr="A comparative analysis of machine learning classifiers for stroke prediction: A predictive analytics approach - ScienceDirect">
            <a:extLst>
              <a:ext uri="{FF2B5EF4-FFF2-40B4-BE49-F238E27FC236}">
                <a16:creationId xmlns:a16="http://schemas.microsoft.com/office/drawing/2014/main" id="{D69C3BD6-172C-53FA-EB98-EBA759A4B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3126259"/>
            <a:ext cx="5895975" cy="2990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Fast prediction</a:t>
            </a:r>
            <a:br/>
            <a:r>
              <a:t>• Automated process</a:t>
            </a:r>
            <a:br/>
            <a:r>
              <a:t>• Improved consistency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Cloud deployment</a:t>
            </a:r>
            <a:br/>
            <a:r>
              <a:t>• Mobile app</a:t>
            </a:r>
            <a:br/>
            <a:r>
              <a:t>• Bank API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210</TotalTime>
  <Words>244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Credit Card Approval Prediction</vt:lpstr>
      <vt:lpstr>Introduction</vt:lpstr>
      <vt:lpstr>Problem Statement</vt:lpstr>
      <vt:lpstr>Objectives</vt:lpstr>
      <vt:lpstr>Technology Stack</vt:lpstr>
      <vt:lpstr>System Workflow</vt:lpstr>
      <vt:lpstr>Architecture</vt:lpstr>
      <vt:lpstr>Results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Atluri</cp:lastModifiedBy>
  <cp:revision>2</cp:revision>
  <dcterms:created xsi:type="dcterms:W3CDTF">2013-01-27T09:14:16Z</dcterms:created>
  <dcterms:modified xsi:type="dcterms:W3CDTF">2026-07-04T16:46:41Z</dcterms:modified>
  <cp:category/>
</cp:coreProperties>
</file>